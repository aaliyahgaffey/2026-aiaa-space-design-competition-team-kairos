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S4liflBgx0Uexr5tzPuqGtFbs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677E2C-0B8E-4EFA-AE80-F0AEDAB62955}">
  <a:tblStyle styleId="{F9677E2C-0B8E-4EFA-AE80-F0AEDAB62955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moog.com/content/dam/moog/literature/sdg/space/actuationmechanisms/moog-type-m8-rotary-incremental-actuator-datasheet.pdf" TargetMode="External"/><Relationship Id="rId4" Type="http://schemas.openxmlformats.org/officeDocument/2006/relationships/hyperlink" Target="https://www.moog.com/content/dam/moog/literature/sdg/space/spacecraft-mechanisms/moog-small-sat-solar-array-drive-assembly-datasheet.pdf" TargetMode="External"/><Relationship Id="rId5" Type="http://schemas.openxmlformats.org/officeDocument/2006/relationships/hyperlink" Target="https://d1o72l87sylvqg.cloudfront.net/redstone/HBR_Powered%20Hinge_PDT.pdf" TargetMode="External"/><Relationship Id="rId6" Type="http://schemas.openxmlformats.org/officeDocument/2006/relationships/hyperlink" Target="https://d1o72l87sylvqg.cloudfront.net/blue-origin/HBR_Constellation%20SADA_PDT.pdf" TargetMode="External"/><Relationship Id="rId7" Type="http://schemas.openxmlformats.org/officeDocument/2006/relationships/hyperlink" Target="https://www.ebad.com/wp-content/uploads/2021/03/TiNi_Frangibolt_Actuator_released_11-29-21.pdf" TargetMode="External"/><Relationship Id="rId8" Type="http://schemas.openxmlformats.org/officeDocument/2006/relationships/hyperlink" Target="https://www.ebad.com/wp-content/uploads/2021/03/NEA_Hold_Down_Release_Mechanism__HDRM__-_Model_9100_released_1-27-2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Kairos Mechanisms Trade Study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Vincent Kim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Completed: 4/13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Needs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Motor for instrument covers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Motor for deployable radiators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Motor for solar arrays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One time deployable for low gain antennas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Redundancy/Emergency mechanism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Candidates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Moog Type M8 Rotary Incremental Actuator (Instrument | Rads)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Moog Small SADA (ROSA)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Honeybee Robotics SmallSat SADA (ROSA)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Honeybee Robotics Deployment Actuator (Instrument | Rads)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TiNi Aerospace Frangibolt FC2 (SMA – Emergency | Low Gain)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NEA Model 9100 (Emergency | Low Gain)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Criteria | Reasoning | Weights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Cycle Life | Needs to be actuating multiple times | [0.25]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Heritage | Has it flown before | [0.2]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Lubrication | Lube can leak or outgas | [0.15]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Vibrations | Can disturb pointing | [0.25]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Power Consumption | Strain on PDS | [0.05]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Temperature Range | Operating range | [0.1]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Other Considerations | Notes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Vibrations can also strain ADCS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Even more power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Booms for the magnetometers and the ROSA’s already “exist” onboard that part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 need to find another for this study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Cycle Life</a:t>
            </a:r>
            <a:endParaRPr/>
          </a:p>
        </p:txBody>
      </p:sp>
      <p:graphicFrame>
        <p:nvGraphicFramePr>
          <p:cNvPr id="115" name="Google Shape;115;p6"/>
          <p:cNvGraphicFramePr/>
          <p:nvPr/>
        </p:nvGraphicFramePr>
        <p:xfrm>
          <a:off x="838204" y="16960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{F9677E2C-0B8E-4EFA-AE80-F0AEDAB62955}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Number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Type M8 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Moog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Actuator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TiNi Frangibolt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NEA Model 9100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5500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20000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5000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69900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Weight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1.625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1.625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0.25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Heritage</a:t>
            </a:r>
            <a:endParaRPr/>
          </a:p>
        </p:txBody>
      </p:sp>
      <p:graphicFrame>
        <p:nvGraphicFramePr>
          <p:cNvPr id="121" name="Google Shape;121;p7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{F9677E2C-0B8E-4EFA-AE80-F0AEDAB62955}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TRL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Type M8 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Moog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Actuator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TiNi Frangibolt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NEA Model 9100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Weight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3.625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2.25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Lubrication</a:t>
            </a:r>
            <a:endParaRPr/>
          </a:p>
        </p:txBody>
      </p:sp>
      <p:graphicFrame>
        <p:nvGraphicFramePr>
          <p:cNvPr id="127" name="Google Shape;127;p8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{F9677E2C-0B8E-4EFA-AE80-F0AEDAB62955}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Yes/No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Type M8 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Moog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Actuator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TiNi Frangibolt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NEA Model 9100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Weight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48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4.375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3.75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Vibrations</a:t>
            </a:r>
            <a:endParaRPr/>
          </a:p>
        </p:txBody>
      </p:sp>
      <p:graphicFrame>
        <p:nvGraphicFramePr>
          <p:cNvPr id="133" name="Google Shape;133;p9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{F9677E2C-0B8E-4EFA-AE80-F0AEDAB62955}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Degrees of Backlash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Type M8 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Moog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Actuator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TiNi Frangibolt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NEA Model 9100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0.033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0.028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Weight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6.875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3.75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Power Consumption</a:t>
            </a:r>
            <a:endParaRPr/>
          </a:p>
        </p:txBody>
      </p:sp>
      <p:graphicFrame>
        <p:nvGraphicFramePr>
          <p:cNvPr id="139" name="Google Shape;139;p10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{F9677E2C-0B8E-4EFA-AE80-F0AEDAB62955}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Watts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Type M8 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Moog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Actuator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TiNi Frangibolt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NEA Model 9100*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3.7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4.2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4.2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Weight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0.35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0.45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0.45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7.225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6.75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6.45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7.7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3.85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0" name="Google Shape;140;p10"/>
          <p:cNvSpPr txBox="1"/>
          <p:nvPr/>
        </p:nvSpPr>
        <p:spPr>
          <a:xfrm>
            <a:off x="838200" y="6123543"/>
            <a:ext cx="45906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Assuming a operating voltage of 28V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Temperature Range</a:t>
            </a:r>
            <a:endParaRPr/>
          </a:p>
        </p:txBody>
      </p:sp>
      <p:graphicFrame>
        <p:nvGraphicFramePr>
          <p:cNvPr id="146" name="Google Shape;146;p11"/>
          <p:cNvGraphicFramePr/>
          <p:nvPr/>
        </p:nvGraphicFramePr>
        <p:xfrm>
          <a:off x="838200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{F9677E2C-0B8E-4EFA-AE80-F0AEDAB62955}</a:tableStyleId>
              </a:tblPr>
              <a:tblGrid>
                <a:gridCol w="1502225"/>
                <a:gridCol w="1502225"/>
                <a:gridCol w="1502225"/>
                <a:gridCol w="1502225"/>
                <a:gridCol w="1502225"/>
                <a:gridCol w="1502225"/>
                <a:gridCol w="1502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Celsius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Type M8 RIA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Moog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Actuator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Honeybee SADA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TiNi Frangibolt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NEA Model 9100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-45 to 65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-30 to 65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-50 to 85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-35 to 61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-65 to 80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-135 to 135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Weight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0.8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Cumulative Score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7.825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7.25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7.15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8.2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4.8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4.85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Instruments and Rads | Moog Type M8 RIA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SADA | Honeybee SmallSat SADA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Emergency and Low Gain | NEA Model 9100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Sources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Type M8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Moog SADA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Honeybee Actuator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Honeybee SADA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solidFill>
                  <a:schemeClr val="hlink"/>
                </a:solidFill>
                <a:hlinkClick r:id="rId7"/>
              </a:rPr>
              <a:t>TiNi Frangibolt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solidFill>
                  <a:schemeClr val="hlink"/>
                </a:solidFill>
                <a:hlinkClick r:id="rId8"/>
              </a:rPr>
              <a:t>NEA 9100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2026-04-14T17:20:03Z</dcterms:created>
  <dc:creator>Kim, Vincent Shin-Lee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0x0101008447972BE25C924389E1EF042A4B2B98</vt:lpwstr>
  </property>
</Properties>
</file>